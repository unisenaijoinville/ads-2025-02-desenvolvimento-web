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I7qgL930KQfUcZg0Y/Bq+AIFb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schemas.openxmlformats.org/officeDocument/2006/relationships/font" Target="fonts/CenturyGothic-regular.fnt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2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cf6f67c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96cf6f67c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cf6f67c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cf6f67c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6cf6f67c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linkedin.com/school/unisenaisc/posts/?feedView=all" TargetMode="External"/><Relationship Id="rId3" Type="http://schemas.openxmlformats.org/officeDocument/2006/relationships/hyperlink" Target="https://www.facebook.com/unisenai.sc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www.instagram.com/unisenai.sc?igsh=NnAxOTZnNHA5ZjE4" TargetMode="External"/><Relationship Id="rId6" Type="http://schemas.openxmlformats.org/officeDocument/2006/relationships/hyperlink" Target="https://www.youtube.com/@senaiconhecimento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yout Personalizado">
  <p:cSld name="2_Layout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99847" y="895155"/>
            <a:ext cx="5345501" cy="99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"/>
          <p:cNvSpPr/>
          <p:nvPr/>
        </p:nvSpPr>
        <p:spPr>
          <a:xfrm>
            <a:off x="9517626" y="216310"/>
            <a:ext cx="2300748" cy="102255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1083773" y="3986948"/>
            <a:ext cx="89154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ayout Personalizado 1">
  <p:cSld name="2_Layout Personalizado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g396cf6f67ca_0_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86900" y="2336775"/>
            <a:ext cx="9677047" cy="17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96cf6f67ca_0_8"/>
          <p:cNvSpPr/>
          <p:nvPr/>
        </p:nvSpPr>
        <p:spPr>
          <a:xfrm>
            <a:off x="9517626" y="216310"/>
            <a:ext cx="2300700" cy="102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997276" y="5021262"/>
            <a:ext cx="9272587" cy="151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" name="Google Shape;2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0" y="596127"/>
            <a:ext cx="1769058" cy="3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5" name="Google Shape;3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p14"/>
          <p:cNvSpPr txBox="1"/>
          <p:nvPr>
            <p:ph idx="1" type="body"/>
          </p:nvPr>
        </p:nvSpPr>
        <p:spPr>
          <a:xfrm>
            <a:off x="1101600" y="1890000"/>
            <a:ext cx="8661832" cy="16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2" type="body"/>
          </p:nvPr>
        </p:nvSpPr>
        <p:spPr>
          <a:xfrm>
            <a:off x="1101600" y="4644000"/>
            <a:ext cx="8661832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3" name="Google Shape;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ayout Personalizado">
  <p:cSld name="1_Layout Personalizado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1101600" y="1890000"/>
            <a:ext cx="4680000" cy="2343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2" type="body"/>
          </p:nvPr>
        </p:nvSpPr>
        <p:spPr>
          <a:xfrm>
            <a:off x="1101600" y="4644000"/>
            <a:ext cx="4680000" cy="1097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5"/>
          <p:cNvSpPr/>
          <p:nvPr>
            <p:ph idx="3" type="pic"/>
          </p:nvPr>
        </p:nvSpPr>
        <p:spPr>
          <a:xfrm>
            <a:off x="6174659" y="1206037"/>
            <a:ext cx="5840360" cy="5037447"/>
          </a:xfrm>
          <a:prstGeom prst="rect">
            <a:avLst/>
          </a:prstGeom>
          <a:noFill/>
          <a:ln>
            <a:noFill/>
          </a:ln>
        </p:spPr>
      </p:sp>
      <p:pic>
        <p:nvPicPr>
          <p:cNvPr id="52" name="Google Shape;5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970" y="1"/>
            <a:ext cx="430547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2977019" y="3482147"/>
            <a:ext cx="398835" cy="635287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6664680" y="1335158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2" type="body"/>
          </p:nvPr>
        </p:nvSpPr>
        <p:spPr>
          <a:xfrm>
            <a:off x="6664680" y="2863921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6"/>
          <p:cNvSpPr txBox="1"/>
          <p:nvPr>
            <p:ph idx="3" type="body"/>
          </p:nvPr>
        </p:nvSpPr>
        <p:spPr>
          <a:xfrm>
            <a:off x="6664680" y="4392684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4CA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4CA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4" type="body"/>
          </p:nvPr>
        </p:nvSpPr>
        <p:spPr>
          <a:xfrm>
            <a:off x="580103" y="1800490"/>
            <a:ext cx="4627563" cy="3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Layout Personalizado">
  <p:cSld name="3_Layout Personalizado">
    <p:bg>
      <p:bgPr>
        <a:solidFill>
          <a:srgbClr val="004CA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/>
          <p:nvPr/>
        </p:nvSpPr>
        <p:spPr>
          <a:xfrm>
            <a:off x="9646920" y="328398"/>
            <a:ext cx="2300748" cy="1022555"/>
          </a:xfrm>
          <a:prstGeom prst="rect">
            <a:avLst/>
          </a:prstGeom>
          <a:solidFill>
            <a:srgbClr val="004CA3"/>
          </a:solidFill>
          <a:ln cap="flat" cmpd="sng" w="19050">
            <a:solidFill>
              <a:srgbClr val="004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17"/>
          <p:cNvCxnSpPr/>
          <p:nvPr/>
        </p:nvCxnSpPr>
        <p:spPr>
          <a:xfrm>
            <a:off x="5797686" y="2391974"/>
            <a:ext cx="0" cy="2333926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" name="Google Shape;62;p17">
            <a:hlinkClick r:id="rId2"/>
          </p:cNvPr>
          <p:cNvSpPr/>
          <p:nvPr/>
        </p:nvSpPr>
        <p:spPr>
          <a:xfrm>
            <a:off x="6832767" y="4459200"/>
            <a:ext cx="271422" cy="262469"/>
          </a:xfrm>
          <a:custGeom>
            <a:rect b="b" l="l" r="r" t="t"/>
            <a:pathLst>
              <a:path extrusionOk="0" h="262469" w="271422">
                <a:moveTo>
                  <a:pt x="221018" y="186690"/>
                </a:moveTo>
                <a:lnTo>
                  <a:pt x="184023" y="186690"/>
                </a:lnTo>
                <a:lnTo>
                  <a:pt x="184023" y="129763"/>
                </a:lnTo>
                <a:lnTo>
                  <a:pt x="182977" y="125349"/>
                </a:lnTo>
                <a:lnTo>
                  <a:pt x="181455" y="121946"/>
                </a:lnTo>
                <a:lnTo>
                  <a:pt x="179458" y="118544"/>
                </a:lnTo>
                <a:lnTo>
                  <a:pt x="176985" y="116152"/>
                </a:lnTo>
                <a:lnTo>
                  <a:pt x="173467" y="114221"/>
                </a:lnTo>
                <a:lnTo>
                  <a:pt x="169948" y="112290"/>
                </a:lnTo>
                <a:lnTo>
                  <a:pt x="161484" y="112290"/>
                </a:lnTo>
                <a:lnTo>
                  <a:pt x="159011" y="113302"/>
                </a:lnTo>
                <a:lnTo>
                  <a:pt x="153495" y="116244"/>
                </a:lnTo>
                <a:lnTo>
                  <a:pt x="149976" y="120659"/>
                </a:lnTo>
                <a:lnTo>
                  <a:pt x="147979" y="125073"/>
                </a:lnTo>
                <a:lnTo>
                  <a:pt x="147504" y="128476"/>
                </a:lnTo>
                <a:lnTo>
                  <a:pt x="147504" y="186782"/>
                </a:lnTo>
                <a:lnTo>
                  <a:pt x="110509" y="186782"/>
                </a:lnTo>
                <a:lnTo>
                  <a:pt x="110509" y="86172"/>
                </a:lnTo>
                <a:lnTo>
                  <a:pt x="147504" y="86172"/>
                </a:lnTo>
                <a:lnTo>
                  <a:pt x="147504" y="102174"/>
                </a:lnTo>
                <a:lnTo>
                  <a:pt x="147979" y="99231"/>
                </a:lnTo>
                <a:lnTo>
                  <a:pt x="149976" y="96840"/>
                </a:lnTo>
                <a:lnTo>
                  <a:pt x="153495" y="94449"/>
                </a:lnTo>
                <a:lnTo>
                  <a:pt x="157014" y="91506"/>
                </a:lnTo>
                <a:lnTo>
                  <a:pt x="161484" y="89115"/>
                </a:lnTo>
                <a:lnTo>
                  <a:pt x="167000" y="87183"/>
                </a:lnTo>
                <a:lnTo>
                  <a:pt x="173467" y="86172"/>
                </a:lnTo>
                <a:lnTo>
                  <a:pt x="179458" y="85712"/>
                </a:lnTo>
                <a:lnTo>
                  <a:pt x="187447" y="86172"/>
                </a:lnTo>
                <a:lnTo>
                  <a:pt x="195911" y="88103"/>
                </a:lnTo>
                <a:lnTo>
                  <a:pt x="202948" y="91506"/>
                </a:lnTo>
                <a:lnTo>
                  <a:pt x="209415" y="96840"/>
                </a:lnTo>
                <a:lnTo>
                  <a:pt x="213885" y="103185"/>
                </a:lnTo>
                <a:lnTo>
                  <a:pt x="218355" y="111002"/>
                </a:lnTo>
                <a:lnTo>
                  <a:pt x="219877" y="120751"/>
                </a:lnTo>
                <a:lnTo>
                  <a:pt x="220923" y="130959"/>
                </a:lnTo>
                <a:lnTo>
                  <a:pt x="220923" y="186874"/>
                </a:lnTo>
                <a:close/>
                <a:moveTo>
                  <a:pt x="72944" y="73940"/>
                </a:moveTo>
                <a:lnTo>
                  <a:pt x="72944" y="73940"/>
                </a:lnTo>
                <a:lnTo>
                  <a:pt x="68949" y="73480"/>
                </a:lnTo>
                <a:lnTo>
                  <a:pt x="64479" y="72469"/>
                </a:lnTo>
                <a:lnTo>
                  <a:pt x="62007" y="70538"/>
                </a:lnTo>
                <a:lnTo>
                  <a:pt x="58488" y="69066"/>
                </a:lnTo>
                <a:lnTo>
                  <a:pt x="56491" y="66123"/>
                </a:lnTo>
                <a:lnTo>
                  <a:pt x="54969" y="63732"/>
                </a:lnTo>
                <a:lnTo>
                  <a:pt x="53923" y="60329"/>
                </a:lnTo>
                <a:lnTo>
                  <a:pt x="53923" y="53064"/>
                </a:lnTo>
                <a:lnTo>
                  <a:pt x="54969" y="49661"/>
                </a:lnTo>
                <a:lnTo>
                  <a:pt x="56491" y="47270"/>
                </a:lnTo>
                <a:lnTo>
                  <a:pt x="59534" y="44327"/>
                </a:lnTo>
                <a:lnTo>
                  <a:pt x="62007" y="41936"/>
                </a:lnTo>
                <a:lnTo>
                  <a:pt x="65525" y="40005"/>
                </a:lnTo>
                <a:lnTo>
                  <a:pt x="69044" y="38993"/>
                </a:lnTo>
                <a:lnTo>
                  <a:pt x="78079" y="38993"/>
                </a:lnTo>
                <a:lnTo>
                  <a:pt x="81598" y="40005"/>
                </a:lnTo>
                <a:lnTo>
                  <a:pt x="85592" y="41936"/>
                </a:lnTo>
                <a:lnTo>
                  <a:pt x="88065" y="44327"/>
                </a:lnTo>
                <a:lnTo>
                  <a:pt x="90062" y="47270"/>
                </a:lnTo>
                <a:lnTo>
                  <a:pt x="91584" y="49661"/>
                </a:lnTo>
                <a:lnTo>
                  <a:pt x="92630" y="53064"/>
                </a:lnTo>
                <a:lnTo>
                  <a:pt x="93676" y="56467"/>
                </a:lnTo>
                <a:lnTo>
                  <a:pt x="92630" y="60329"/>
                </a:lnTo>
                <a:lnTo>
                  <a:pt x="91584" y="63732"/>
                </a:lnTo>
                <a:lnTo>
                  <a:pt x="90062" y="66123"/>
                </a:lnTo>
                <a:lnTo>
                  <a:pt x="88065" y="69066"/>
                </a:lnTo>
                <a:lnTo>
                  <a:pt x="85592" y="70538"/>
                </a:lnTo>
                <a:lnTo>
                  <a:pt x="81598" y="72469"/>
                </a:lnTo>
                <a:lnTo>
                  <a:pt x="77128" y="73480"/>
                </a:lnTo>
                <a:lnTo>
                  <a:pt x="73134" y="73940"/>
                </a:lnTo>
                <a:close/>
                <a:moveTo>
                  <a:pt x="90442" y="186690"/>
                </a:moveTo>
                <a:lnTo>
                  <a:pt x="57442" y="186690"/>
                </a:lnTo>
                <a:lnTo>
                  <a:pt x="57442" y="86080"/>
                </a:lnTo>
                <a:lnTo>
                  <a:pt x="90442" y="86080"/>
                </a:lnTo>
                <a:lnTo>
                  <a:pt x="90442" y="186690"/>
                </a:lnTo>
                <a:close/>
                <a:moveTo>
                  <a:pt x="135521" y="0"/>
                </a:moveTo>
                <a:lnTo>
                  <a:pt x="122016" y="0"/>
                </a:lnTo>
                <a:lnTo>
                  <a:pt x="108512" y="2391"/>
                </a:lnTo>
                <a:lnTo>
                  <a:pt x="95007" y="4782"/>
                </a:lnTo>
                <a:lnTo>
                  <a:pt x="82549" y="10116"/>
                </a:lnTo>
                <a:lnTo>
                  <a:pt x="71041" y="15450"/>
                </a:lnTo>
                <a:lnTo>
                  <a:pt x="60010" y="21796"/>
                </a:lnTo>
                <a:lnTo>
                  <a:pt x="49548" y="29613"/>
                </a:lnTo>
                <a:lnTo>
                  <a:pt x="39563" y="38350"/>
                </a:lnTo>
                <a:lnTo>
                  <a:pt x="31574" y="47546"/>
                </a:lnTo>
                <a:lnTo>
                  <a:pt x="23585" y="57295"/>
                </a:lnTo>
                <a:lnTo>
                  <a:pt x="16072" y="68974"/>
                </a:lnTo>
                <a:lnTo>
                  <a:pt x="11032" y="80194"/>
                </a:lnTo>
                <a:lnTo>
                  <a:pt x="6562" y="92333"/>
                </a:lnTo>
                <a:lnTo>
                  <a:pt x="2568" y="104473"/>
                </a:lnTo>
                <a:lnTo>
                  <a:pt x="1046" y="117624"/>
                </a:lnTo>
                <a:lnTo>
                  <a:pt x="0" y="131695"/>
                </a:lnTo>
                <a:lnTo>
                  <a:pt x="1046" y="144846"/>
                </a:lnTo>
                <a:lnTo>
                  <a:pt x="2568" y="157997"/>
                </a:lnTo>
                <a:lnTo>
                  <a:pt x="6562" y="170136"/>
                </a:lnTo>
                <a:lnTo>
                  <a:pt x="11032" y="182276"/>
                </a:lnTo>
                <a:lnTo>
                  <a:pt x="16072" y="193495"/>
                </a:lnTo>
                <a:lnTo>
                  <a:pt x="23585" y="205175"/>
                </a:lnTo>
                <a:lnTo>
                  <a:pt x="31574" y="214923"/>
                </a:lnTo>
                <a:lnTo>
                  <a:pt x="39563" y="224120"/>
                </a:lnTo>
                <a:lnTo>
                  <a:pt x="49548" y="232857"/>
                </a:lnTo>
                <a:lnTo>
                  <a:pt x="60010" y="240674"/>
                </a:lnTo>
                <a:lnTo>
                  <a:pt x="71041" y="247019"/>
                </a:lnTo>
                <a:lnTo>
                  <a:pt x="82549" y="252353"/>
                </a:lnTo>
                <a:lnTo>
                  <a:pt x="95007" y="257687"/>
                </a:lnTo>
                <a:lnTo>
                  <a:pt x="108512" y="260078"/>
                </a:lnTo>
                <a:lnTo>
                  <a:pt x="122016" y="262470"/>
                </a:lnTo>
                <a:lnTo>
                  <a:pt x="149976" y="262470"/>
                </a:lnTo>
                <a:lnTo>
                  <a:pt x="162435" y="260078"/>
                </a:lnTo>
                <a:lnTo>
                  <a:pt x="175939" y="257687"/>
                </a:lnTo>
                <a:lnTo>
                  <a:pt x="188398" y="252353"/>
                </a:lnTo>
                <a:lnTo>
                  <a:pt x="200381" y="247019"/>
                </a:lnTo>
                <a:lnTo>
                  <a:pt x="210842" y="240674"/>
                </a:lnTo>
                <a:lnTo>
                  <a:pt x="221874" y="232857"/>
                </a:lnTo>
                <a:lnTo>
                  <a:pt x="231384" y="224120"/>
                </a:lnTo>
                <a:lnTo>
                  <a:pt x="239848" y="214923"/>
                </a:lnTo>
                <a:lnTo>
                  <a:pt x="247837" y="205175"/>
                </a:lnTo>
                <a:lnTo>
                  <a:pt x="254874" y="193495"/>
                </a:lnTo>
                <a:lnTo>
                  <a:pt x="260390" y="182276"/>
                </a:lnTo>
                <a:lnTo>
                  <a:pt x="264860" y="170136"/>
                </a:lnTo>
                <a:lnTo>
                  <a:pt x="268379" y="157997"/>
                </a:lnTo>
                <a:lnTo>
                  <a:pt x="270376" y="144846"/>
                </a:lnTo>
                <a:lnTo>
                  <a:pt x="271422" y="131695"/>
                </a:lnTo>
                <a:lnTo>
                  <a:pt x="270376" y="117624"/>
                </a:lnTo>
                <a:lnTo>
                  <a:pt x="268379" y="104473"/>
                </a:lnTo>
                <a:lnTo>
                  <a:pt x="264860" y="92333"/>
                </a:lnTo>
                <a:lnTo>
                  <a:pt x="260390" y="80194"/>
                </a:lnTo>
                <a:lnTo>
                  <a:pt x="254874" y="68974"/>
                </a:lnTo>
                <a:lnTo>
                  <a:pt x="247837" y="57295"/>
                </a:lnTo>
                <a:lnTo>
                  <a:pt x="239848" y="47546"/>
                </a:lnTo>
                <a:lnTo>
                  <a:pt x="231384" y="38350"/>
                </a:lnTo>
                <a:lnTo>
                  <a:pt x="221874" y="29613"/>
                </a:lnTo>
                <a:lnTo>
                  <a:pt x="210842" y="21796"/>
                </a:lnTo>
                <a:lnTo>
                  <a:pt x="200381" y="15450"/>
                </a:lnTo>
                <a:lnTo>
                  <a:pt x="188398" y="10116"/>
                </a:lnTo>
                <a:lnTo>
                  <a:pt x="175939" y="4782"/>
                </a:lnTo>
                <a:lnTo>
                  <a:pt x="162435" y="2391"/>
                </a:lnTo>
                <a:lnTo>
                  <a:pt x="149976" y="0"/>
                </a:lnTo>
                <a:lnTo>
                  <a:pt x="1355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7">
            <a:hlinkClick r:id="rId3"/>
          </p:cNvPr>
          <p:cNvSpPr/>
          <p:nvPr/>
        </p:nvSpPr>
        <p:spPr>
          <a:xfrm>
            <a:off x="6096095" y="4459475"/>
            <a:ext cx="270946" cy="262009"/>
          </a:xfrm>
          <a:custGeom>
            <a:rect b="b" l="l" r="r" t="t"/>
            <a:pathLst>
              <a:path extrusionOk="0" h="262009" w="270946">
                <a:moveTo>
                  <a:pt x="172040" y="130499"/>
                </a:moveTo>
                <a:lnTo>
                  <a:pt x="147409" y="130499"/>
                </a:lnTo>
                <a:lnTo>
                  <a:pt x="147409" y="211521"/>
                </a:lnTo>
                <a:lnTo>
                  <a:pt x="113267" y="211521"/>
                </a:lnTo>
                <a:lnTo>
                  <a:pt x="113267" y="130499"/>
                </a:lnTo>
                <a:lnTo>
                  <a:pt x="96244" y="130499"/>
                </a:lnTo>
                <a:lnTo>
                  <a:pt x="96244" y="101898"/>
                </a:lnTo>
                <a:lnTo>
                  <a:pt x="113267" y="101898"/>
                </a:lnTo>
                <a:lnTo>
                  <a:pt x="113267" y="78079"/>
                </a:lnTo>
                <a:lnTo>
                  <a:pt x="114313" y="72285"/>
                </a:lnTo>
                <a:lnTo>
                  <a:pt x="116786" y="66951"/>
                </a:lnTo>
                <a:lnTo>
                  <a:pt x="119829" y="60605"/>
                </a:lnTo>
                <a:lnTo>
                  <a:pt x="124299" y="56283"/>
                </a:lnTo>
                <a:lnTo>
                  <a:pt x="130290" y="52880"/>
                </a:lnTo>
                <a:lnTo>
                  <a:pt x="138279" y="50489"/>
                </a:lnTo>
                <a:lnTo>
                  <a:pt x="148360" y="49477"/>
                </a:lnTo>
                <a:lnTo>
                  <a:pt x="174418" y="49477"/>
                </a:lnTo>
                <a:lnTo>
                  <a:pt x="174418" y="77619"/>
                </a:lnTo>
                <a:lnTo>
                  <a:pt x="152829" y="77619"/>
                </a:lnTo>
                <a:lnTo>
                  <a:pt x="150357" y="78079"/>
                </a:lnTo>
                <a:lnTo>
                  <a:pt x="148360" y="81022"/>
                </a:lnTo>
                <a:lnTo>
                  <a:pt x="147314" y="85344"/>
                </a:lnTo>
                <a:lnTo>
                  <a:pt x="147314" y="101806"/>
                </a:lnTo>
                <a:lnTo>
                  <a:pt x="174418" y="101806"/>
                </a:lnTo>
                <a:lnTo>
                  <a:pt x="171945" y="130407"/>
                </a:lnTo>
                <a:close/>
                <a:moveTo>
                  <a:pt x="135901" y="0"/>
                </a:moveTo>
                <a:lnTo>
                  <a:pt x="121351" y="0"/>
                </a:lnTo>
                <a:lnTo>
                  <a:pt x="107846" y="2391"/>
                </a:lnTo>
                <a:lnTo>
                  <a:pt x="95293" y="4782"/>
                </a:lnTo>
                <a:lnTo>
                  <a:pt x="82739" y="10116"/>
                </a:lnTo>
                <a:lnTo>
                  <a:pt x="71232" y="15450"/>
                </a:lnTo>
                <a:lnTo>
                  <a:pt x="59154" y="21796"/>
                </a:lnTo>
                <a:lnTo>
                  <a:pt x="49073" y="29521"/>
                </a:lnTo>
                <a:lnTo>
                  <a:pt x="39563" y="38258"/>
                </a:lnTo>
                <a:lnTo>
                  <a:pt x="30528" y="47454"/>
                </a:lnTo>
                <a:lnTo>
                  <a:pt x="23015" y="57203"/>
                </a:lnTo>
                <a:lnTo>
                  <a:pt x="15977" y="68882"/>
                </a:lnTo>
                <a:lnTo>
                  <a:pt x="10461" y="80010"/>
                </a:lnTo>
                <a:lnTo>
                  <a:pt x="5991" y="92149"/>
                </a:lnTo>
                <a:lnTo>
                  <a:pt x="2473" y="104289"/>
                </a:lnTo>
                <a:lnTo>
                  <a:pt x="476" y="117440"/>
                </a:lnTo>
                <a:lnTo>
                  <a:pt x="0" y="131511"/>
                </a:lnTo>
                <a:lnTo>
                  <a:pt x="476" y="144570"/>
                </a:lnTo>
                <a:lnTo>
                  <a:pt x="2473" y="157721"/>
                </a:lnTo>
                <a:lnTo>
                  <a:pt x="5991" y="169860"/>
                </a:lnTo>
                <a:lnTo>
                  <a:pt x="10461" y="182000"/>
                </a:lnTo>
                <a:lnTo>
                  <a:pt x="15977" y="193128"/>
                </a:lnTo>
                <a:lnTo>
                  <a:pt x="23015" y="204807"/>
                </a:lnTo>
                <a:lnTo>
                  <a:pt x="30528" y="214556"/>
                </a:lnTo>
                <a:lnTo>
                  <a:pt x="39563" y="223752"/>
                </a:lnTo>
                <a:lnTo>
                  <a:pt x="49073" y="232489"/>
                </a:lnTo>
                <a:lnTo>
                  <a:pt x="59154" y="240214"/>
                </a:lnTo>
                <a:lnTo>
                  <a:pt x="71232" y="246560"/>
                </a:lnTo>
                <a:lnTo>
                  <a:pt x="82739" y="251894"/>
                </a:lnTo>
                <a:lnTo>
                  <a:pt x="95293" y="257228"/>
                </a:lnTo>
                <a:lnTo>
                  <a:pt x="107846" y="259619"/>
                </a:lnTo>
                <a:lnTo>
                  <a:pt x="121351" y="262010"/>
                </a:lnTo>
                <a:lnTo>
                  <a:pt x="149501" y="262010"/>
                </a:lnTo>
                <a:lnTo>
                  <a:pt x="163005" y="259619"/>
                </a:lnTo>
                <a:lnTo>
                  <a:pt x="176605" y="257228"/>
                </a:lnTo>
                <a:lnTo>
                  <a:pt x="188112" y="251894"/>
                </a:lnTo>
                <a:lnTo>
                  <a:pt x="200666" y="246560"/>
                </a:lnTo>
                <a:lnTo>
                  <a:pt x="211698" y="240214"/>
                </a:lnTo>
                <a:lnTo>
                  <a:pt x="222254" y="232489"/>
                </a:lnTo>
                <a:lnTo>
                  <a:pt x="231289" y="223752"/>
                </a:lnTo>
                <a:lnTo>
                  <a:pt x="240324" y="214556"/>
                </a:lnTo>
                <a:lnTo>
                  <a:pt x="248312" y="204807"/>
                </a:lnTo>
                <a:lnTo>
                  <a:pt x="254874" y="193128"/>
                </a:lnTo>
                <a:lnTo>
                  <a:pt x="261436" y="182000"/>
                </a:lnTo>
                <a:lnTo>
                  <a:pt x="266001" y="169860"/>
                </a:lnTo>
                <a:lnTo>
                  <a:pt x="268474" y="157721"/>
                </a:lnTo>
                <a:lnTo>
                  <a:pt x="270947" y="144570"/>
                </a:lnTo>
                <a:lnTo>
                  <a:pt x="270947" y="117348"/>
                </a:lnTo>
                <a:lnTo>
                  <a:pt x="268474" y="104197"/>
                </a:lnTo>
                <a:lnTo>
                  <a:pt x="266001" y="92057"/>
                </a:lnTo>
                <a:lnTo>
                  <a:pt x="261436" y="79918"/>
                </a:lnTo>
                <a:lnTo>
                  <a:pt x="254874" y="68790"/>
                </a:lnTo>
                <a:lnTo>
                  <a:pt x="248312" y="57111"/>
                </a:lnTo>
                <a:lnTo>
                  <a:pt x="240324" y="47362"/>
                </a:lnTo>
                <a:lnTo>
                  <a:pt x="231289" y="38166"/>
                </a:lnTo>
                <a:lnTo>
                  <a:pt x="222254" y="29429"/>
                </a:lnTo>
                <a:lnTo>
                  <a:pt x="211698" y="21704"/>
                </a:lnTo>
                <a:lnTo>
                  <a:pt x="200666" y="15358"/>
                </a:lnTo>
                <a:lnTo>
                  <a:pt x="188112" y="10024"/>
                </a:lnTo>
                <a:lnTo>
                  <a:pt x="176605" y="4690"/>
                </a:lnTo>
                <a:lnTo>
                  <a:pt x="163005" y="2299"/>
                </a:lnTo>
                <a:lnTo>
                  <a:pt x="149501" y="0"/>
                </a:lnTo>
                <a:lnTo>
                  <a:pt x="1359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7"/>
          <p:cNvGrpSpPr/>
          <p:nvPr/>
        </p:nvGrpSpPr>
        <p:grpSpPr>
          <a:xfrm>
            <a:off x="7187498" y="4459475"/>
            <a:ext cx="271041" cy="262101"/>
            <a:chOff x="7514070" y="4459475"/>
            <a:chExt cx="271041" cy="262101"/>
          </a:xfrm>
        </p:grpSpPr>
        <p:sp>
          <p:nvSpPr>
            <p:cNvPr id="65" name="Google Shape;65;p17"/>
            <p:cNvSpPr/>
            <p:nvPr/>
          </p:nvSpPr>
          <p:spPr>
            <a:xfrm>
              <a:off x="7630000" y="4566667"/>
              <a:ext cx="53052" cy="48821"/>
            </a:xfrm>
            <a:custGeom>
              <a:rect b="b" l="l" r="r" t="t"/>
              <a:pathLst>
                <a:path extrusionOk="0" h="48821" w="53052">
                  <a:moveTo>
                    <a:pt x="50404" y="22755"/>
                  </a:moveTo>
                  <a:lnTo>
                    <a:pt x="7703" y="316"/>
                  </a:lnTo>
                  <a:cubicBezTo>
                    <a:pt x="5991" y="-604"/>
                    <a:pt x="0" y="592"/>
                    <a:pt x="0" y="2523"/>
                  </a:cubicBezTo>
                  <a:lnTo>
                    <a:pt x="0" y="46299"/>
                  </a:lnTo>
                  <a:cubicBezTo>
                    <a:pt x="0" y="48230"/>
                    <a:pt x="5896" y="49425"/>
                    <a:pt x="7703" y="48506"/>
                  </a:cubicBezTo>
                  <a:lnTo>
                    <a:pt x="52306" y="27170"/>
                  </a:lnTo>
                  <a:cubicBezTo>
                    <a:pt x="54113" y="26250"/>
                    <a:pt x="52306" y="23675"/>
                    <a:pt x="50404" y="227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7514070" y="4459475"/>
              <a:ext cx="271041" cy="262101"/>
            </a:xfrm>
            <a:custGeom>
              <a:rect b="b" l="l" r="r" t="t"/>
              <a:pathLst>
                <a:path extrusionOk="0" h="262101" w="271041">
                  <a:moveTo>
                    <a:pt x="135521" y="0"/>
                  </a:moveTo>
                  <a:cubicBezTo>
                    <a:pt x="60675" y="0"/>
                    <a:pt x="0" y="58674"/>
                    <a:pt x="0" y="131051"/>
                  </a:cubicBezTo>
                  <a:cubicBezTo>
                    <a:pt x="0" y="203428"/>
                    <a:pt x="60675" y="262102"/>
                    <a:pt x="135521" y="262102"/>
                  </a:cubicBezTo>
                  <a:cubicBezTo>
                    <a:pt x="210366" y="262102"/>
                    <a:pt x="271042" y="203428"/>
                    <a:pt x="271042" y="131051"/>
                  </a:cubicBezTo>
                  <a:cubicBezTo>
                    <a:pt x="271042" y="58674"/>
                    <a:pt x="210366" y="0"/>
                    <a:pt x="135521" y="0"/>
                  </a:cubicBezTo>
                  <a:close/>
                  <a:moveTo>
                    <a:pt x="226629" y="153398"/>
                  </a:moveTo>
                  <a:cubicBezTo>
                    <a:pt x="226629" y="174183"/>
                    <a:pt x="209225" y="191012"/>
                    <a:pt x="187732" y="191012"/>
                  </a:cubicBezTo>
                  <a:lnTo>
                    <a:pt x="88255" y="191012"/>
                  </a:lnTo>
                  <a:cubicBezTo>
                    <a:pt x="66762" y="191012"/>
                    <a:pt x="49358" y="174183"/>
                    <a:pt x="49358" y="153398"/>
                  </a:cubicBezTo>
                  <a:lnTo>
                    <a:pt x="49358" y="108611"/>
                  </a:lnTo>
                  <a:cubicBezTo>
                    <a:pt x="49358" y="87827"/>
                    <a:pt x="66762" y="70997"/>
                    <a:pt x="88255" y="70997"/>
                  </a:cubicBezTo>
                  <a:lnTo>
                    <a:pt x="187732" y="70997"/>
                  </a:lnTo>
                  <a:cubicBezTo>
                    <a:pt x="209225" y="70997"/>
                    <a:pt x="226629" y="87827"/>
                    <a:pt x="226629" y="108611"/>
                  </a:cubicBezTo>
                  <a:lnTo>
                    <a:pt x="226629" y="1533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" name="Google Shape;67;p17"/>
          <p:cNvGrpSpPr/>
          <p:nvPr/>
        </p:nvGrpSpPr>
        <p:grpSpPr>
          <a:xfrm>
            <a:off x="6478510" y="4459475"/>
            <a:ext cx="271041" cy="262101"/>
            <a:chOff x="6805082" y="4459475"/>
            <a:chExt cx="271041" cy="262101"/>
          </a:xfrm>
        </p:grpSpPr>
        <p:sp>
          <p:nvSpPr>
            <p:cNvPr id="68" name="Google Shape;68;p17"/>
            <p:cNvSpPr/>
            <p:nvPr/>
          </p:nvSpPr>
          <p:spPr>
            <a:xfrm>
              <a:off x="6915306" y="4565420"/>
              <a:ext cx="51830" cy="50213"/>
            </a:xfrm>
            <a:custGeom>
              <a:rect b="b" l="l" r="r" t="t"/>
              <a:pathLst>
                <a:path extrusionOk="0" h="50213" w="51830">
                  <a:moveTo>
                    <a:pt x="25963" y="0"/>
                  </a:moveTo>
                  <a:cubicBezTo>
                    <a:pt x="11698" y="0"/>
                    <a:pt x="0" y="11220"/>
                    <a:pt x="0" y="25107"/>
                  </a:cubicBezTo>
                  <a:cubicBezTo>
                    <a:pt x="0" y="38993"/>
                    <a:pt x="11602" y="50213"/>
                    <a:pt x="25963" y="50213"/>
                  </a:cubicBezTo>
                  <a:cubicBezTo>
                    <a:pt x="40323" y="50213"/>
                    <a:pt x="51831" y="38993"/>
                    <a:pt x="51831" y="25107"/>
                  </a:cubicBezTo>
                  <a:cubicBezTo>
                    <a:pt x="51831" y="11220"/>
                    <a:pt x="40228" y="0"/>
                    <a:pt x="259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6873841" y="4525966"/>
              <a:ext cx="133333" cy="128935"/>
            </a:xfrm>
            <a:custGeom>
              <a:rect b="b" l="l" r="r" t="t"/>
              <a:pathLst>
                <a:path extrusionOk="0" h="128935" w="133333">
                  <a:moveTo>
                    <a:pt x="99477" y="0"/>
                  </a:moveTo>
                  <a:lnTo>
                    <a:pt x="33856" y="0"/>
                  </a:lnTo>
                  <a:cubicBezTo>
                    <a:pt x="15121" y="0"/>
                    <a:pt x="0" y="14714"/>
                    <a:pt x="0" y="32740"/>
                  </a:cubicBezTo>
                  <a:lnTo>
                    <a:pt x="0" y="96196"/>
                  </a:lnTo>
                  <a:cubicBezTo>
                    <a:pt x="0" y="114313"/>
                    <a:pt x="15216" y="128936"/>
                    <a:pt x="33856" y="128936"/>
                  </a:cubicBezTo>
                  <a:lnTo>
                    <a:pt x="99477" y="128936"/>
                  </a:lnTo>
                  <a:cubicBezTo>
                    <a:pt x="118212" y="128936"/>
                    <a:pt x="133333" y="114221"/>
                    <a:pt x="133333" y="96196"/>
                  </a:cubicBezTo>
                  <a:lnTo>
                    <a:pt x="133333" y="32740"/>
                  </a:lnTo>
                  <a:cubicBezTo>
                    <a:pt x="133333" y="14623"/>
                    <a:pt x="118117" y="0"/>
                    <a:pt x="99477" y="0"/>
                  </a:cubicBezTo>
                  <a:close/>
                  <a:moveTo>
                    <a:pt x="67428" y="103645"/>
                  </a:moveTo>
                  <a:cubicBezTo>
                    <a:pt x="45078" y="103645"/>
                    <a:pt x="27009" y="86080"/>
                    <a:pt x="27009" y="64560"/>
                  </a:cubicBezTo>
                  <a:cubicBezTo>
                    <a:pt x="27009" y="43040"/>
                    <a:pt x="45174" y="25474"/>
                    <a:pt x="67428" y="25474"/>
                  </a:cubicBezTo>
                  <a:cubicBezTo>
                    <a:pt x="89681" y="25474"/>
                    <a:pt x="107846" y="43040"/>
                    <a:pt x="107846" y="64560"/>
                  </a:cubicBezTo>
                  <a:cubicBezTo>
                    <a:pt x="107846" y="86080"/>
                    <a:pt x="89681" y="103645"/>
                    <a:pt x="67428" y="103645"/>
                  </a:cubicBezTo>
                  <a:close/>
                  <a:moveTo>
                    <a:pt x="110224" y="32096"/>
                  </a:moveTo>
                  <a:cubicBezTo>
                    <a:pt x="104898" y="32096"/>
                    <a:pt x="100618" y="27958"/>
                    <a:pt x="100618" y="22807"/>
                  </a:cubicBezTo>
                  <a:cubicBezTo>
                    <a:pt x="100618" y="17657"/>
                    <a:pt x="104898" y="13519"/>
                    <a:pt x="110224" y="13519"/>
                  </a:cubicBezTo>
                  <a:cubicBezTo>
                    <a:pt x="115549" y="13519"/>
                    <a:pt x="119829" y="17657"/>
                    <a:pt x="119829" y="22807"/>
                  </a:cubicBezTo>
                  <a:cubicBezTo>
                    <a:pt x="119829" y="27958"/>
                    <a:pt x="115549" y="32096"/>
                    <a:pt x="110224" y="320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6805082" y="4459475"/>
              <a:ext cx="271041" cy="262101"/>
            </a:xfrm>
            <a:custGeom>
              <a:rect b="b" l="l" r="r" t="t"/>
              <a:pathLst>
                <a:path extrusionOk="0" h="262101" w="271041">
                  <a:moveTo>
                    <a:pt x="135521" y="0"/>
                  </a:moveTo>
                  <a:cubicBezTo>
                    <a:pt x="60675" y="0"/>
                    <a:pt x="0" y="58674"/>
                    <a:pt x="0" y="131051"/>
                  </a:cubicBezTo>
                  <a:cubicBezTo>
                    <a:pt x="0" y="203428"/>
                    <a:pt x="60675" y="262102"/>
                    <a:pt x="135521" y="262102"/>
                  </a:cubicBezTo>
                  <a:cubicBezTo>
                    <a:pt x="210366" y="262102"/>
                    <a:pt x="271042" y="203428"/>
                    <a:pt x="271042" y="131051"/>
                  </a:cubicBezTo>
                  <a:cubicBezTo>
                    <a:pt x="271042" y="58674"/>
                    <a:pt x="210366" y="0"/>
                    <a:pt x="135521" y="0"/>
                  </a:cubicBezTo>
                  <a:close/>
                  <a:moveTo>
                    <a:pt x="217594" y="162687"/>
                  </a:moveTo>
                  <a:cubicBezTo>
                    <a:pt x="217594" y="188989"/>
                    <a:pt x="195435" y="210417"/>
                    <a:pt x="168236" y="210417"/>
                  </a:cubicBezTo>
                  <a:lnTo>
                    <a:pt x="102615" y="210417"/>
                  </a:lnTo>
                  <a:cubicBezTo>
                    <a:pt x="75416" y="210417"/>
                    <a:pt x="53257" y="188989"/>
                    <a:pt x="53257" y="162687"/>
                  </a:cubicBezTo>
                  <a:lnTo>
                    <a:pt x="53257" y="99231"/>
                  </a:lnTo>
                  <a:cubicBezTo>
                    <a:pt x="53257" y="72929"/>
                    <a:pt x="75416" y="51501"/>
                    <a:pt x="102615" y="51501"/>
                  </a:cubicBezTo>
                  <a:lnTo>
                    <a:pt x="168236" y="51501"/>
                  </a:lnTo>
                  <a:cubicBezTo>
                    <a:pt x="195435" y="51501"/>
                    <a:pt x="217594" y="72929"/>
                    <a:pt x="217594" y="99231"/>
                  </a:cubicBezTo>
                  <a:lnTo>
                    <a:pt x="217594" y="1626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1" name="Google Shape;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1960" y="3110653"/>
            <a:ext cx="3183053" cy="57351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>
            <a:hlinkClick r:id="rId5"/>
          </p:cNvPr>
          <p:cNvSpPr/>
          <p:nvPr/>
        </p:nvSpPr>
        <p:spPr>
          <a:xfrm>
            <a:off x="6478510" y="4459200"/>
            <a:ext cx="275795" cy="262284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>
            <a:hlinkClick r:id="rId6"/>
          </p:cNvPr>
          <p:cNvSpPr/>
          <p:nvPr/>
        </p:nvSpPr>
        <p:spPr>
          <a:xfrm>
            <a:off x="7185120" y="4459200"/>
            <a:ext cx="275795" cy="262284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5974972" y="2391974"/>
            <a:ext cx="471142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008AD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E8490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unisenaisc.com.br</a:t>
            </a:r>
            <a:endParaRPr b="0" i="0" sz="14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5974972" y="2491580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7142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5974972" y="3367069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57142"/>
              </a:lnSpc>
              <a:spcBef>
                <a:spcPts val="1000"/>
              </a:spcBef>
              <a:spcAft>
                <a:spcPts val="0"/>
              </a:spcAft>
              <a:buClr>
                <a:srgbClr val="E8490F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84080" y="596127"/>
            <a:ext cx="1769058" cy="329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idx="1" type="body"/>
          </p:nvPr>
        </p:nvSpPr>
        <p:spPr>
          <a:xfrm>
            <a:off x="1083773" y="3986948"/>
            <a:ext cx="89154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997276" y="5021262"/>
            <a:ext cx="9272587" cy="151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1101600" y="1890000"/>
            <a:ext cx="8661832" cy="16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>
            <p:ph idx="2" type="body"/>
          </p:nvPr>
        </p:nvSpPr>
        <p:spPr>
          <a:xfrm>
            <a:off x="1101600" y="4644000"/>
            <a:ext cx="8661832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96400" y="453600"/>
            <a:ext cx="777240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rgbClr val="004CA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1101600" y="1890000"/>
            <a:ext cx="46800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33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490F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118" name="Google Shape;118;p6"/>
          <p:cNvSpPr txBox="1"/>
          <p:nvPr>
            <p:ph idx="2" type="body"/>
          </p:nvPr>
        </p:nvSpPr>
        <p:spPr>
          <a:xfrm>
            <a:off x="1101600" y="4644000"/>
            <a:ext cx="46800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004CA3"/>
              </a:solidFill>
            </a:endParaRPr>
          </a:p>
        </p:txBody>
      </p:sp>
      <p:sp>
        <p:nvSpPr>
          <p:cNvPr id="119" name="Google Shape;119;p6"/>
          <p:cNvSpPr/>
          <p:nvPr>
            <p:ph idx="3" type="pic"/>
          </p:nvPr>
        </p:nvSpPr>
        <p:spPr>
          <a:xfrm>
            <a:off x="6174659" y="1206037"/>
            <a:ext cx="5840360" cy="503744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idx="4" type="body"/>
          </p:nvPr>
        </p:nvSpPr>
        <p:spPr>
          <a:xfrm>
            <a:off x="580103" y="1800490"/>
            <a:ext cx="4627563" cy="3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t/>
            </a:r>
            <a:endParaRPr i="1">
              <a:solidFill>
                <a:srgbClr val="7F7F7F"/>
              </a:solidFill>
            </a:endParaRPr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6664680" y="1335158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1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i="0" sz="1600" u="none" cap="none" strike="noStrike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7"/>
          <p:cNvSpPr txBox="1"/>
          <p:nvPr>
            <p:ph idx="2" type="body"/>
          </p:nvPr>
        </p:nvSpPr>
        <p:spPr>
          <a:xfrm>
            <a:off x="6664680" y="2863921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2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i="0" sz="1600" u="none" cap="none" strike="noStrike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7"/>
          <p:cNvSpPr txBox="1"/>
          <p:nvPr>
            <p:ph idx="3" type="body"/>
          </p:nvPr>
        </p:nvSpPr>
        <p:spPr>
          <a:xfrm>
            <a:off x="6664680" y="4392684"/>
            <a:ext cx="5200218" cy="152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4193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SUBTÍTULO 3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Aqui você pode dividir seu texto </a:t>
            </a:r>
            <a:b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tópicos.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AD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rgbClr val="16419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Mas lembre-se de não sobrecarregar seus slides com conteúdo.</a:t>
            </a:r>
            <a:endParaRPr b="0" i="0" sz="1600" u="none" cap="none" strike="noStrike">
              <a:solidFill>
                <a:srgbClr val="16419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5974972" y="2491580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8"/>
          <p:cNvSpPr txBox="1"/>
          <p:nvPr>
            <p:ph idx="2" type="body"/>
          </p:nvPr>
        </p:nvSpPr>
        <p:spPr>
          <a:xfrm>
            <a:off x="5974972" y="3367069"/>
            <a:ext cx="384175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2026-02-09T16:41:16Z</dcterms:created>
  <dc:creator>ANDREA LOPES DE OLIVEIRA PENTEADO</dc:creator>
</cp:coreProperties>
</file>